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JIIRqbcdD/rM0NX66eFJFUWNZ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9728" y="0"/>
            <a:ext cx="9144000" cy="18288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9728" y="859536"/>
            <a:ext cx="9144000" cy="18288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09728" y="1719072"/>
            <a:ext cx="9144000" cy="18288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09728" y="2578608"/>
            <a:ext cx="9144000" cy="18288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09728" y="3438144"/>
            <a:ext cx="9144000" cy="18288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09728" y="4297680"/>
            <a:ext cx="9144000" cy="18288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1565C0">
              <a:alpha val="30196"/>
            </a:srgbClr>
          </a:solidFill>
          <a:ln cap="flat" cmpd="sng" w="1905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583680" y="-182880"/>
            <a:ext cx="2743200" cy="2743200"/>
          </a:xfrm>
          <a:prstGeom prst="ellipse">
            <a:avLst/>
          </a:prstGeom>
          <a:solidFill>
            <a:srgbClr val="0097A7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65760" y="502920"/>
            <a:ext cx="2194560" cy="347472"/>
          </a:xfrm>
          <a:prstGeom prst="roundRect">
            <a:avLst>
              <a:gd fmla="val 13158" name="adj"/>
            </a:avLst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65760" y="50292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STUDENT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65760" y="100584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Quiz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65760" y="178308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Generator Application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65760" y="274320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Build an intelligent system that transforms any PowerPoint into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an interactive, scored multiple-choice quiz — powered by AI.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Problem Statement  |  AI Application Development  |  Academic Year 2025–26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74320" y="914400"/>
            <a:ext cx="8595360" cy="777240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11480" y="960120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Educators and students struggle to quickly generate meaningful practice quizzes from existing study material. This project addresses that gap by building an AI application that takes a PowerPoint file as input and automatically generates a fully interactive MCQ quiz.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74320" y="196596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274320" y="1965960"/>
            <a:ext cx="2743200" cy="7315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84048" y="2084832"/>
            <a:ext cx="502920" cy="50292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84048" y="20848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84048" y="2679192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Manual Effort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84048" y="3090672"/>
            <a:ext cx="252374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Creating quiz questions from slides is tedious and time-consuming for educators.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172968" y="196596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172968" y="1965960"/>
            <a:ext cx="2743200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282696" y="2084832"/>
            <a:ext cx="502920" cy="50292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282696" y="20848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282696" y="2679192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Feedback Loop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282696" y="3090672"/>
            <a:ext cx="252374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Students answer questions but receive no explanation of why their answers are incorrect.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071616" y="196596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071616" y="1965960"/>
            <a:ext cx="274320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181344" y="2084832"/>
            <a:ext cx="502920" cy="50292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181344" y="20848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181344" y="2679192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One-size-fits-all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181344" y="3090672"/>
            <a:ext cx="252374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Existing tools rarely support adaptive difficulty levels tailored to learner needs.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 &amp; Scope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74320" y="914400"/>
            <a:ext cx="4069080" cy="3566160"/>
          </a:xfrm>
          <a:prstGeom prst="rect">
            <a:avLst/>
          </a:prstGeom>
          <a:solidFill>
            <a:srgbClr val="1122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274320" y="914400"/>
            <a:ext cx="406908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11480" y="100584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🎯  OBJECTIVE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11480" y="1508760"/>
            <a:ext cx="201168" cy="201168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85800" y="1463040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 a .pptx file as AI input 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11480" y="1984248"/>
            <a:ext cx="201168" cy="201168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85800" y="1938528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 users choose number of questions (5–30)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11480" y="2459736"/>
            <a:ext cx="201168" cy="201168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85800" y="2414016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 three difficulty levels: Simple, Medium, Complex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11480" y="2935224"/>
            <a:ext cx="201168" cy="201168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85800" y="2889504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 well-formed MCQs using AI (4 options each)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11480" y="3410712"/>
            <a:ext cx="201168" cy="201168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85800" y="3364992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 an interactive quiz interface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11480" y="3886200"/>
            <a:ext cx="201168" cy="201168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85800" y="3840480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 answers and explain why wrong options are incorrect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800600" y="914400"/>
            <a:ext cx="4069080" cy="3566160"/>
          </a:xfrm>
          <a:prstGeom prst="rect">
            <a:avLst/>
          </a:prstGeom>
          <a:solidFill>
            <a:srgbClr val="1122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800600" y="914400"/>
            <a:ext cx="4069080" cy="5486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937760" y="100584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📐 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937760" y="1481328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IN SCOPE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937760" y="178308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PPT/PPTX file upload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937760" y="2130552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AI MCQ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937760" y="2478024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Difficulty level filtering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937760" y="282549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Timed interactive quiz 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937760" y="3172968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Score + detailed AI feedback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937760" y="3584448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937760" y="385876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✖  Video/Audio files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937760" y="4114800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✖  Essay/open-ended questions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937760" y="4370832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✖  User authentication system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937760" y="4626864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✖  Multi-language support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Workflow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64592" y="960120"/>
            <a:ext cx="16002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64592" y="960120"/>
            <a:ext cx="160020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94944" y="1078992"/>
            <a:ext cx="548640" cy="54864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94944" y="10789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37744" y="171907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Upload PPT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37744" y="2176272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User uploads .pptx file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764792" y="1920240"/>
            <a:ext cx="173736" cy="54864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764792" y="1847088"/>
            <a:ext cx="1737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938528" y="960120"/>
            <a:ext cx="16002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1938528" y="960120"/>
            <a:ext cx="1600200" cy="64008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2468880" y="1078992"/>
            <a:ext cx="548640" cy="54864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2468880" y="10789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011680" y="171907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Configure Quiz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011680" y="2176272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Select question count &amp; difficulty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538728" y="1920240"/>
            <a:ext cx="173736" cy="54864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538728" y="1847088"/>
            <a:ext cx="1737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712464" y="960120"/>
            <a:ext cx="16002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3712464" y="960120"/>
            <a:ext cx="1600200" cy="6400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242816" y="1078992"/>
            <a:ext cx="548640" cy="54864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242816" y="10789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785616" y="171907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AI Generates MCQs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785616" y="2176272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AI reads slides, crafts questions + 4 options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312664" y="1920240"/>
            <a:ext cx="173736" cy="54864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312664" y="1847088"/>
            <a:ext cx="1737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486400" y="960120"/>
            <a:ext cx="16002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5486400" y="960120"/>
            <a:ext cx="1600200" cy="640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6016752" y="1078992"/>
            <a:ext cx="548640" cy="54864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016752" y="10789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559552" y="171907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Take Quiz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559552" y="2176272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Student answers each question interactively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7086600" y="1920240"/>
            <a:ext cx="173736" cy="54864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7086600" y="1847088"/>
            <a:ext cx="1737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7260336" y="960120"/>
            <a:ext cx="16002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7260336" y="960120"/>
            <a:ext cx="160020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7790688" y="1078992"/>
            <a:ext cx="548640" cy="54864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7790688" y="10789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333488" y="171907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Results &amp; Feedback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333488" y="2176272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Score + correct answers + AI explains errors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274320" y="3429000"/>
            <a:ext cx="8595360" cy="146304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274320" y="3429000"/>
            <a:ext cx="64008" cy="14630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457200" y="349300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Key Technical Considerations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57200" y="3858768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📄  Parse PowerPoint content using python-pptx or similar libraries to extract slide 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57200" y="4197096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🤖  Leverage an LLM (e.g., Claude, GPT) to generate MCQs with varied difficulty from extracted 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57200" y="4535424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🎨  Build an intuitive React or HTML/CSS front-end with real-time quiz interaction and feedback display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Functional Requirements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274320" y="914400"/>
            <a:ext cx="42062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274320" y="914400"/>
            <a:ext cx="64008" cy="13716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393192" y="1005840"/>
            <a:ext cx="658368" cy="246888"/>
          </a:xfrm>
          <a:prstGeom prst="roundRect">
            <a:avLst>
              <a:gd fmla="val 14815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393192" y="1005840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1124712" y="1005840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PPT File 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57200" y="132588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Accept .pptx uploads via file picker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57200" y="162763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Extract all text content from each slide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57200" y="192938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Display slide count and content preview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709160" y="914400"/>
            <a:ext cx="42062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709160" y="914400"/>
            <a:ext cx="64008" cy="13716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4828032" y="1005840"/>
            <a:ext cx="658368" cy="246888"/>
          </a:xfrm>
          <a:prstGeom prst="roundRect">
            <a:avLst>
              <a:gd fmla="val 14815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4828032" y="1005840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559552" y="1005840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Quiz Configuration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892040" y="132588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Input: number of questions (min 5, max 30)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892040" y="162763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Dropdown: Simple / Medium / Complex difficulty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892040" y="192938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'Generate Quiz' button to trigger AI processing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274320" y="2377440"/>
            <a:ext cx="42062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274320" y="2377440"/>
            <a:ext cx="64008" cy="13716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393192" y="2468880"/>
            <a:ext cx="658368" cy="246888"/>
          </a:xfrm>
          <a:prstGeom prst="roundRect">
            <a:avLst>
              <a:gd fmla="val 14815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393192" y="2468880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124712" y="2468880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MCQ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57200" y="278892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AI generates questions relevant to slide content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57200" y="309067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Each question has exactly 4 options (A–D)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7200" y="339242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One correct answer; distractors are plausible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709160" y="2377440"/>
            <a:ext cx="42062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4709160" y="2377440"/>
            <a:ext cx="64008" cy="13716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4828032" y="2468880"/>
            <a:ext cx="658368" cy="246888"/>
          </a:xfrm>
          <a:prstGeom prst="roundRect">
            <a:avLst>
              <a:gd fmla="val 14815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4828032" y="2468880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5559552" y="2468880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Quiz Interface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892040" y="278892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Display one question at a time (or paginated)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4892040" y="309067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Allow single-answer selection per question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892040" y="339242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Submit/Next button to progress through quiz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274320" y="3840480"/>
            <a:ext cx="42062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274320" y="3840480"/>
            <a:ext cx="64008" cy="13716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393192" y="3931920"/>
            <a:ext cx="658368" cy="246888"/>
          </a:xfrm>
          <a:prstGeom prst="roundRect">
            <a:avLst>
              <a:gd fmla="val 14815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393192" y="3931920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124712" y="3931920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Scoring &amp; Feedback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57200" y="425196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Show final score (X / Total) upon completion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57200" y="455371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Highlight correct answer vs. student selection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57200" y="485546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AI-generated explanation for each wrong answer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709160" y="3840480"/>
            <a:ext cx="42062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4709160" y="3840480"/>
            <a:ext cx="64008" cy="13716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4828032" y="3931920"/>
            <a:ext cx="658368" cy="246888"/>
          </a:xfrm>
          <a:prstGeom prst="roundRect">
            <a:avLst>
              <a:gd fmla="val 14815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4828032" y="3931920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5559552" y="3931920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UX 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4892040" y="425196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Clean, mobile-friendly responsive UI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892040" y="455371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Loading indicator during AI generation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892040" y="485546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• Option to retake quiz or upload new PPT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Criteria &amp; Deliverables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274320" y="914400"/>
            <a:ext cx="8595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320040" y="9144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Area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206240" y="914400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5166360" y="9144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Success Criterion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274320" y="1298448"/>
            <a:ext cx="8595360" cy="475488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320040" y="1298448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PPT Parsing &amp; 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4224528" y="1389888"/>
            <a:ext cx="685800" cy="274320"/>
          </a:xfrm>
          <a:prstGeom prst="roundRect">
            <a:avLst>
              <a:gd fmla="val 13333" name="adj"/>
            </a:avLst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4224528" y="138988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5166360" y="1298448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Accurate text extraction from all slides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274320" y="1773936"/>
            <a:ext cx="859536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320040" y="1773936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MCQ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4224528" y="1865376"/>
            <a:ext cx="685800" cy="274320"/>
          </a:xfrm>
          <a:prstGeom prst="roundRect">
            <a:avLst>
              <a:gd fmla="val 13333" name="adj"/>
            </a:avLst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4224528" y="1865376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5166360" y="1773936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Relevant, well-formed questions at correct difficulty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274320" y="2249424"/>
            <a:ext cx="8595360" cy="475488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320040" y="2249424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Quiz UI / 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224528" y="2340864"/>
            <a:ext cx="685800" cy="274320"/>
          </a:xfrm>
          <a:prstGeom prst="roundRect">
            <a:avLst>
              <a:gd fmla="val 13333" name="adj"/>
            </a:avLst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4224528" y="234086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5166360" y="2249424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Responsive, intuitive, and error-free interface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274320" y="2724912"/>
            <a:ext cx="859536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320040" y="272491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Scoring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224528" y="2816352"/>
            <a:ext cx="685800" cy="274320"/>
          </a:xfrm>
          <a:prstGeom prst="roundRect">
            <a:avLst>
              <a:gd fmla="val 13333" name="adj"/>
            </a:avLst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4224528" y="2816352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5166360" y="272491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Correct score computation and answer display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274320" y="3200400"/>
            <a:ext cx="8595360" cy="475488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320040" y="3200400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Feedback 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4224528" y="3291840"/>
            <a:ext cx="685800" cy="274320"/>
          </a:xfrm>
          <a:prstGeom prst="roundRect">
            <a:avLst>
              <a:gd fmla="val 13333" name="adj"/>
            </a:avLst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4224528" y="329184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5166360" y="3200400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Clear, meaningful explanations for wrong answers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274320" y="3675888"/>
            <a:ext cx="859536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320040" y="3675888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Quality &amp; Docs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4224528" y="3767328"/>
            <a:ext cx="685800" cy="274320"/>
          </a:xfrm>
          <a:prstGeom prst="roundRect">
            <a:avLst>
              <a:gd fmla="val 13333" name="adj"/>
            </a:avLst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4224528" y="376732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5166360" y="3675888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Clean code, README, inline comments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274320" y="4169664"/>
            <a:ext cx="8595360" cy="731520"/>
          </a:xfrm>
          <a:prstGeom prst="rect">
            <a:avLst/>
          </a:prstGeom>
          <a:solidFill>
            <a:srgbClr val="11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274320" y="4169664"/>
            <a:ext cx="64008" cy="7315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411480" y="4206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📦  Deliverables: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411480" y="448056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Source code (GitHub) • Working demo / deployed URL • Project report (PDF) • 5-min video demo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565C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097A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3840480" y="64008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914400" y="15544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Ready to Build?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1371600" y="23317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Transform any PowerPoint into an AI-powered quiz experience.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1188720" y="2926080"/>
            <a:ext cx="2194560" cy="457200"/>
          </a:xfrm>
          <a:prstGeom prst="roundRect">
            <a:avLst>
              <a:gd fmla="val 16000" name="adj"/>
            </a:avLst>
          </a:prstGeom>
          <a:solidFill>
            <a:srgbClr val="1565C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1188720" y="29260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📄 Input: .pptx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3657600" y="2926080"/>
            <a:ext cx="2194560" cy="457200"/>
          </a:xfrm>
          <a:prstGeom prst="roundRect">
            <a:avLst>
              <a:gd fmla="val 16000" name="adj"/>
            </a:avLst>
          </a:prstGeom>
          <a:solidFill>
            <a:srgbClr val="1565C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3657600" y="29260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 Process: AI/LLM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6126480" y="2926080"/>
            <a:ext cx="2194560" cy="457200"/>
          </a:xfrm>
          <a:prstGeom prst="roundRect">
            <a:avLst>
              <a:gd fmla="val 16000" name="adj"/>
            </a:avLst>
          </a:prstGeom>
          <a:solidFill>
            <a:srgbClr val="1565C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6126480" y="29260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Output: Interactive Quiz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Good luck! Build something amazing. 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AI Quiz Generator  •  Problem Statement Deck  •  2025–26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2026-05-21T05:04:16Z</dcterms:created>
  <dc:creator>PptxGenJS</dc:creator>
</cp:coreProperties>
</file>